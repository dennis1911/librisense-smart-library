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our library notices you, thinks ahead and acts on its own. Everything runs live on this desk: two Raspberry Pis, real sensors, a real lamp.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story: this summer is brutal, libraries are packed. Light, air and breaks are constant trade-offs that nobody actively manages. That is a planning problem, so we gave the room a planner.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 tags are real hardware you can touch on the desk. Blue means simulated or virtual, always labelled honestly: our kit has no CO2 sensor and no motorised windows, so both are modelled and react realistically to planner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modularity, indirect communication and distribution in one picture. Every arrow is a retained MQTT topic, so any module can restart and resynchronise instantly.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action shown is the interesting one: a short pulse knocks high CO2 down one band only. Together with full_ventilate this gives the planner two genuinely different strategies for the same goal. Costs are static fluents written into each problem instance by the generator, computed from live outdoor temperature.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Q&amp;A ammunition: search is A* with the LM-Cut admissible heuristic, so plans are cost-optimal, not just satisficing. Whole planner invocation including translation is about 130 ms on the Pi 5; pure search under 2 ms at this problem size. Unsolvable and timeout cases are handled explicitly, and the generator never emits a goal without an achieving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split: person A at the desk triggers each moment, person B narrates the dashboard, person C explains the plan card whenever it changes. Keep this slide up during the live part as the run-sheet.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the table aloud; point at the measured numbers at the bottom. These are from the running system, not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prep. Why planning, not rules? For one seat rules would do; the value is declared goals, per-instance costs and provable optimality, and it scales by adding actions instead of case distinctions. Why classical, not HTN? No task hierarchy needed; a discretised world fits classical planning with action costs exactly. What is real? Motion, light, lamp, LED, buzzer, LCD, weather. CO2 and windows are simulated and labelled.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70448" y="1847088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37744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LibriSense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0" y="34290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that senses, plans and acts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Dennis Gunt · Haoyang Chen · Niclas     |     Smart Cities and the IoT · University of Stuttgart     |     20 July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hot summer, a full library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°C+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1546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heat sends students into the cool, quiet library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480560" y="201168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~40 %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480560" y="31546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EU energy consumption happens in buildings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321040" y="201168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8321040" y="31546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whose job it is to manage light, air and breaks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LibriSense: a reading room that optimises focus, comfort and energy on its own and can justify every decision.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senses, what it moves, what it does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Sensors  · 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Actuators  ·  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50392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Functionality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98424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/ occupancy · 2 Hz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9514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3246120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974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Illuminance · 2 Hz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00837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3959352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107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concentration proxy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72160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4672584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1239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weather (REST API)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434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5385816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8371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Focus-session FSM (4 states)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514807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0" y="253288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198424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lamp · ZigBee relay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0" y="229514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0" y="3246120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0" y="26974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LED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0" y="300837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0" y="3959352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0" y="34107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buzzer · PWM, quiet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0" y="372160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0" y="4672584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0" y="41239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LCD · CO₂ traffic light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0" y="4434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0" y="5385816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0" y="48371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ventilation · 2 levels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0" y="514807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72000" y="609904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0" y="55504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break banner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572000" y="586130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503920" y="262432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0" y="1965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the seat when occupied and dark; off when empty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8503920" y="344728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503920" y="2788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the room by pulse or full opening, picked by cost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503920" y="427024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03920" y="3611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breaks: LED + buzzer after 2 min of focus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8503920" y="509320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503920" y="4434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state + current plan on dashboard and LCD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503920" y="591616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503920" y="5257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Re-plan on every state change; self-heal in &lt; 1 s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physical sensors + 4 physical actuators on the desk · simulated parts are always labelled as such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modules, one rule: talk only via MQTT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Sensing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· light · weather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70662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7180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06324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state · CO₂ · FSM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3834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30352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Gen.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39496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→ PDDL + costs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7006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63524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BEFD9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2668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72668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Downward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70178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96696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005840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actions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337560"/>
            <a:ext cx="10927080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456432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bus (Eclipse Mosquitto) · retained topics: sensors → state → problem → plan → actions → actuator feedback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machines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470916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runs broker, context, planner, dashboard (7 services). Pi 3 B+ runs sensors, actuators, LCD (3 services).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8056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loop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80560" y="470916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effects are sensed again and trigger re-planning. No module calls another directly.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32104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Self-contained demo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321040" y="470916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Pi spans its own WiFi access point; edge Pi and dashboard laptop join it.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PLANNING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model: classical PDDL with action costs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669280" cy="3977640"/>
          </a:xfrm>
          <a:prstGeom prst="roundRect">
            <a:avLst>
              <a:gd name="adj" fmla="val 1839"/>
            </a:avLst>
          </a:prstGeom>
          <a:solidFill>
            <a:srgbClr val="F3F4F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4592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(:action pulse_ventilate_step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:parameters (?z - zone)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:precondition (and (occupied ?z)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(co2_high ?z))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:effect (and (not (co2_high ?z))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(co2_elevated ?z)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(increase (total-cost)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(pulse-vent-cost))))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(:goal (and (not (dark r1))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(not (co2_high r1))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(not (co2_elevated r1))))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(:metric minimize (total-cost))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68680" y="54864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excerpt from librisense.pddl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type · 8 predicates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675120" y="189280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zone; occupied, dark, lamp_on, co2_elevated, co2_high, ventilating, break_due, break_suggested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75120" y="2560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actions, all cost-annotated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675120" y="294436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 on/off · suggest_break · pulse / pulse-step / full ventilation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3611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Discretisation bridges the analog world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675120" y="399592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below 40 % light · CO₂ bands at 800 and 1100 ppm · FSM sets break_due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0" y="4663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are per-instance fluents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675120" y="504748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= 3 fixed · full = 4 + ΔT/2 with ΔT = max(0, 22 °C − T_outdoor), from the heat-loss relation Q ∝ Q_v · ΔT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5715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quantities stay out of the planner by design: cleanly classical, hence provably optimal plans.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PLANNING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Solving: A* + LM-Cut, optimal in ~130 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library/state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69748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7180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666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discretise + goals + costs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30352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5838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PDDL instance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6092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63524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9010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Downward astar(lmcut())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69264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96696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2182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library/plan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2240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whenever the discretised state or the costs change, plus a 30 s heartbeat. Only achievable goals are emitted, so every instance is solvable; an empty goal set skips the planner entirely.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0632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state (occupied, CO₂ high), different weather: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36118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°C outside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400507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pulse 3 · full 12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43708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[pulse_ventilate_step, pulse_ventilate]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4800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6, beats 12 · winter airing: two short pulses, heat stays inside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63640" y="36118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°C outside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263640" y="400507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pulse 3 · full 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63640" y="43708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[full_ventilate]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263640" y="4800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4, beats 6 · summer airing: one long opening clears the air fastest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623560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LM-Cut is admissible, so A* returns provably minimal-cost plans. Nobody programmed the winter rule; it falls out of the cost model.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demo: six moments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34440" y="16459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 down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204825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detected, focus session starts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234440" y="272491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63640" y="1664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0" y="16459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 the light sensor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0" y="204825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turns dark, the real lamp switches 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0" y="272491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234440" y="30632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Sabotage the lamp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346557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switched off by hand: re-planned and re-lit in under 1 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234440" y="414223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858000" y="30632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focusing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46557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2 min: LED and gentle buzzer suggest a break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0" y="414223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34440" y="448056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gets stale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34440" y="488289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climbs, windows open on the floor plan, CO₂ falls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234440" y="555955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63640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858000" y="448056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 away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488289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empties, lamp switches off to save energy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858000" y="555955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on the simulated 6-seat floor plan for context, then hide it and focus on the one real seat.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REQUIREMENTS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six, measured on the real system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1618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distribution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572000" y="163677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Raspberry Pis, own WiFi in demo mode, 10 systemd services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313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 communication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0" y="235000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publish/subscribe only, retained latest-value topics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816352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30449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planning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0" y="3063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PDDL domain, auto-generated instances, Fast Downward, cost-optimal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529584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739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7581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0" y="377647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sensors (2 physical) · 6 actuators (4 physical)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242816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453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43000" y="44714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design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4572000" y="4489704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decoupled modules, each independently restartable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956048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43000" y="5184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Visualisation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4572000" y="520293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+ latest plan on dashboard and on-site LCD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5669280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plans in ~130 ms · closed-loop correction &lt; 1 s · state at 2 Hz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0515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Honesty beats fake data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58368" y="147218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sound sensor could not measure loudness over the slow GrovePi bus, so we removed it instead of showing noise.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281928" y="10515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 the planner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281928" y="147218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early bug asked it to brighten a zone whose lamp was already on. The generator now emits only achievable goals.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60604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 transparently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8368" y="302666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and windows are modelled, clearly labelled, and react realistically to planner actions.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281928" y="260604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WiFi is the real enemy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81928" y="302666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isolation, band steering, power-save. Demo mode now spans its own access point.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4434840"/>
            <a:ext cx="10881360" cy="0"/>
          </a:xfrm>
          <a:prstGeom prst="line">
            <a:avLst/>
          </a:prstGeom>
          <a:noFill/>
          <a:ln w="9525">
            <a:solidFill>
              <a:srgbClr val="2A3B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0" y="4892040"/>
            <a:ext cx="12188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0" y="57607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PDDL domain, docs and this deck: github.com/Dennis1911/librisense-smart-library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2026-07-13T11:38:31Z</dcterms:created>
  <dcterms:modified xsi:type="dcterms:W3CDTF">2026-07-13T11:38:31Z</dcterms:modified>
</cp:coreProperties>
</file>
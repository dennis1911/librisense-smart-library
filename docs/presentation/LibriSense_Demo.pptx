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our library notices you, thinks ahead and acts on its own. Everything runs live on this desk: two Raspberry Pis, real sensors, a real lamp.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explaining slide: on the desk sit two Raspberry Pis. The edge Pi senses and acts, the core Pi thinks: every sensor reading flows over MQTT into the context, becomes a PDDL problem with weather-based costs, Fast Downward returns the cost-optimal plan, the executor sends the actions back to the edge. The laptop is only a window into the system; in the demo it joins the WiFi that the core Pi itself provides.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story: this summer is brutal, libraries are packed. Light, air and breaks are constant trade-offs that nobody actively manages. That is a planning problem, so we gave the room a planner.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tags are real hardware you can touch on the desk. Blue means simulated or virtual, always labelled honestly: our kit has no CO2 sensor and no motorised windows, so both are modelled and react realistically to planner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modularity, indirect communication and distribution in one picture. Every arrow is a retained MQTT topic, so any module can restart and resynchronise instantly.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action shown is the interesting one: a short pulse knocks high CO2 down one band only. Together with full_ventilate this gives the planner two genuinely different strategies for the same goal. Costs are static fluents written into each problem instance by the generator, computed from live outdoor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Q&amp;A ammunition: search is A* with the LM-Cut admissible heuristic, so plans are cost-optimal, not just satisficing. Whole planner invocation including translation is about 130 ms on the Pi 5; pure search under 2 ms at this problem size. Unsolvable and timeout cases are handled explicitly, and the generator never emits a goal without an achieving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split: person A at the desk triggers each moment, person B narrates the dashboard, person C explains the plan card whenever it changes. Keep this slide up during the live part as the run-sheet.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table aloud; point at the measured numbers at the bottom. These are from the running system,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prep. Why planning, not rules? For one seat rules would do; the value is declared goals, per-instance costs and provable optimality, and it scales by adding actions instead of case distinctions. Why classical, not HTN? No task hierarchy needed; a discretised world fits classical planning with action costs exactly. What is real? Motion, light, lamp, LED, buzzer, LCD, weather. CO2 and windows are simulated and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70448" y="184708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774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LibriSense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4290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 smart library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Dennis Gunt · Haoyang Chen · Niclas Mittag     |     Smart Cities and the IoT · University of Stuttgart     |     20 July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two Raspberry Pis and a browser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383280" cy="4343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81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Raspberry Pi 3 B+  ·  edge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sensor · 2 Hz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sensor · 2 Hz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322783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 + quiet buzzer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light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443484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1170432" y="44165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switches a real desk lamp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325880"/>
            <a:ext cx="3566160" cy="43434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4813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Raspberry Pi 5  ·  core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937760" y="1874520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FBEFD9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91109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broker · Mosquitto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2450592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49631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47488" y="273405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session FSM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0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3209544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5047488" y="3255264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generator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47488" y="349300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goals + weather costs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0" y="3721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3968496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7488" y="40142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· Fast Downward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47488" y="425196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cost-optimal plan, ~130 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37760" y="4727448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047488" y="4773168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47488" y="5010912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planned actions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1325880"/>
            <a:ext cx="2560320" cy="4343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8972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 · browser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89720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89720" y="21945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floor plan + windows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plan with cost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Pomodoro session rings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89720" y="41605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demo mode the laptop joins the WiFi access point spanned by the Pi 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059936" y="2148840"/>
            <a:ext cx="621792" cy="292608"/>
          </a:xfrm>
          <a:prstGeom prst="rightArrow">
            <a:avLst/>
          </a:prstGeom>
          <a:solidFill>
            <a:srgbClr val="15803D"/>
          </a:solidFill>
          <a:ln/>
        </p:spPr>
      </p:sp>
      <p:sp>
        <p:nvSpPr>
          <p:cNvPr id="37" name="Text 35"/>
          <p:cNvSpPr/>
          <p:nvPr/>
        </p:nvSpPr>
        <p:spPr>
          <a:xfrm>
            <a:off x="3913632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059936" y="4297680"/>
            <a:ext cx="621792" cy="292608"/>
          </a:xfrm>
          <a:prstGeom prst="leftArrow">
            <a:avLst/>
          </a:prstGeom>
          <a:solidFill>
            <a:srgbClr val="D97706"/>
          </a:solidFill>
          <a:ln/>
        </p:spPr>
      </p:sp>
      <p:sp>
        <p:nvSpPr>
          <p:cNvPr id="39" name="Text 37"/>
          <p:cNvSpPr/>
          <p:nvPr/>
        </p:nvSpPr>
        <p:spPr>
          <a:xfrm>
            <a:off x="3913632" y="46268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311896" y="2148840"/>
            <a:ext cx="621792" cy="292608"/>
          </a:xfrm>
          <a:prstGeom prst="rightArrow">
            <a:avLst/>
          </a:prstGeom>
          <a:solidFill>
            <a:srgbClr val="1D4ED8"/>
          </a:solidFill>
          <a:ln/>
        </p:spPr>
      </p:sp>
      <p:sp>
        <p:nvSpPr>
          <p:cNvPr id="41" name="Text 39"/>
          <p:cNvSpPr/>
          <p:nvPr/>
        </p:nvSpPr>
        <p:spPr>
          <a:xfrm>
            <a:off x="8156448" y="18470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+ plan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40080" y="5989320"/>
            <a:ext cx="10927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12648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effect: the lamp follows occupancy and darkness · the airing strategy follows weather costs · breaks are nudged after 2 min · disturbances are corrected in under 1 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hot summer, a full library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°C+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heat sends students into the cool, quiet library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48056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~40 %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48056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EU energy consumption happens in buildings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32104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32104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 and ventilation usually run on fixed schedules, not on demand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project: a reading zone that controls light, air quality and break timing automatically, with transparent decisions.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Sensors, actuators and functionality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  · 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Actuators  ·  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50392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/ occupancy · 2 Hz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Illuminance · 2 Hz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 proxy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weather (REST API)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Focus-session FSM (4 states)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buzzer · PWM, quiet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traffic light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ventilation · 2 levels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0" y="60990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0" y="5550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break banner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58613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503920" y="262432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1965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the seat when occupied and dark; off when empty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503920" y="34472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03920" y="2788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the room by pulse or full opening, picked by cost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03920" y="42702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03920" y="3611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breaks via LED + buzzer after 2 min of focus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503920" y="509320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0392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state + current plan on dashboard and LCD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503920" y="591616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503920" y="5257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 on every state change; recover in &lt; 1 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physical sensors + 4 physical actuators on the desk · simulated parts are always labelled as such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modules, communicating only via MQTT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· light · weather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0662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6324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FSM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3834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0352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Gen.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9496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+ costs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7006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3524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72668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Downward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0178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96696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005840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actions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337560"/>
            <a:ext cx="10927080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456432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bus (Eclipse Mosquitto) · retained topics: sensors → state → problem → plan → actions → actuator feedback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machines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runs broker, context, planner, dashboard (7 services). Pi 3 B+ runs sensors, actuators, LCD (3 services).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loop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effects are sensed again and trigger re-planning. No module calls another directly.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32104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Self-contained demo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2104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Pi spans its own WiFi access point; edge Pi and dashboard laptop join 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model: classical PDDL with action costs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669280" cy="3977640"/>
          </a:xfrm>
          <a:prstGeom prst="roundRect">
            <a:avLst>
              <a:gd name="adj" fmla="val 1839"/>
            </a:avLst>
          </a:prstGeom>
          <a:solidFill>
            <a:srgbClr val="F3F4F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pulse_ventilate_step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:parameters (?z - zone)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:precondition (and (occupied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:effect (and (not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(co2_elevated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(increase (total-cost)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(pulse-vent-cost))))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(:goal (and (not (dark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(co2_high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(co2_elevated r1))))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(:metric minimize (total-cost))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5486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excerpt from librisense.pddl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type · 8 predicates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675120" y="18928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zone; occupied, dark, lamp_on, co2_elevated, co2_high, ventilating, break_due, break_suggested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actions, all cost-annotated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75120" y="29443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 on/off · suggest_break · pulse / pulse-step / full ventilation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Discretisation thresholds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75120" y="399592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below 40 % light · CO₂ bands at 800 and 1100 ppm · FSM sets break_due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are per-instance fluents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7512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= 3 fixed · full = 4 + ΔT/2 with ΔT = max(0, 22 °C − T_outdoor), from the heat-loss relation Q ∝ Q_v · ΔT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5715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values are discretised before planning, so the domain stays classical and plans remain provably optimal.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Solving: A* + LM-Cut, optimal in ~130 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library/state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69748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666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discretise + goals + costs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838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PDDL instance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6092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3524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010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Downward astar(lmcut())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9264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96696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2182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library/plan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2240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whenever the discretised state or the costs change, plus a 30 s heartbeat. Only achievable goals are emitted, so every instance is solvable; an empty goal set skips the planner entirely.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063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state (occupied, CO₂ high), different weather: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°C outside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12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[pulse_ventilate_step, pulse_ventilate]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6, beats 12 · winter airing: two short pulses, heat stays inside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°C outside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6364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[full_ventilate]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6364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4, beats 6 · summer airing: one long opening clears the air fastest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LM-Cut is admissible, so A* returns minimal-cost plans. The winter strategy is not hard-coded; it results from the weather-dependent action costs.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procedure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 down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detected, focus session starts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23444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the light sensor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turns dark, the real lamp switches 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3444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 the lamp off manually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disturbance is detected and corrected in under 1 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23444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5800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focusing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min: LED and gentle buzzer suggest a break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3444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rises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opens the windows on the floor plan, CO₂ falls again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23444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5800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away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empties, lamp switches off to save energy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85800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on the simulated 6-seat floor plan for context, then hide it and focus on the one real seat.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six requirements are met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618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distribution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0" y="16367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Raspberry Pis, own WiFi in demo mode, 10 systemd services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 communication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3500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publish/subscribe only, retained latest-value topics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044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planning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PDDL domain, auto-generated instances, Fast Downward, cost-optimal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581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0" y="37764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sensors (2 physical) · 6 actuators (4 physical)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4714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572000" y="448970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decoupled modules, each independently restartable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43000" y="5184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572000" y="52029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+ latest plan on dashboard and on-site LCD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66928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 in ~130 ms · closed-loop correction &lt; 1 s · state at 2 Hz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sensor removed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could not measure loudness over the slow GrovePi bus, so we removed it instead of publishing noise as data.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28192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Unsolvable goals prevented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28192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bug asked the planner to brighten a zone whose lamp was already on. The generator now emits only achievable goals.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and windows are simulated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modelled, clearly labelled, and react realistically to planner actions.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8192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WiFi reliability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8192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isolation, band steering and power-save caused repeated dropouts, so the demo runs on its own access point.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434840"/>
            <a:ext cx="10881360" cy="0"/>
          </a:xfrm>
          <a:prstGeom prst="line">
            <a:avLst/>
          </a:prstGeom>
          <a:noFill/>
          <a:ln w="9525">
            <a:solidFill>
              <a:srgbClr val="2A3B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89204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PDDL domain, docs and this deck: github.com/Dennis1911/librisense-smart-library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2026-07-14T16:19:50Z</dcterms:created>
  <dcterms:modified xsi:type="dcterms:W3CDTF">2026-07-14T16:19:50Z</dcterms:modified>
</cp:coreProperties>
</file>
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our library notices you, thinks ahead and acts on its own. Everything runs live on this desk: two Raspberry Pis, real sensors, a real lamp.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story: this summer is brutal, libraries are packed. Light, air and breaks are constant trade-offs that nobody actively manages. That is a planning problem, so we gave the room a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tags are real hardware you can touch on the desk. Blue means simulated or virtual, always labelled honestly: our kit has no CO2 sensor and no motorised windows, so both are modelled and react realistically to planner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modularity, indirect communication and distribution in one picture. Every arrow is a retained MQTT topic, so any module can restart and resynchronise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action shown is the interesting one: a short pulse knocks high CO2 down one band only. Together with full_ventilate this gives the planner two genuinely different strategies for the same goal. Costs are static fluents written into each problem instance by the generator, computed from live outdoor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Q&amp;A ammunition: search is A* with the LM-Cut admissible heuristic, so plans are cost-optimal, not just satisficing. Whole planner invocation including translation is about 130 ms on the Pi 5; pure search under 2 ms at this problem size. Unsolvable and timeout cases are handled explicitly, and the generator never emits a goal without an achieving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split: person A at the desk triggers each moment, person B narrates the dashboard, person C explains the plan card whenever it changes. Keep this slide up during the live part as the run-sheet.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aloud; point at the measured numbers at the bottom. These are from the running system, not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prep. Why planning, not rules? For one seat rules would do; the value is declared goals, per-instance costs and provable optimality, and it scales by adding actions instead of case distinctions. Why classical, not HTN? No task hierarchy needed; a discretised world fits classical planning with action costs exactly. What is real? Motion, light, lamp, LED, buzzer, LCD, weather. CO2 and windows are simulated and 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70448" y="184708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LibriSense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smart library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Gunt · Haoyang Chen · Niclas     |     Smart Cities and the IoT · University of Stuttgart     |     20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hot summer, a full library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°C+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heat sends students into the cool, quiet library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8056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~40 %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480560" y="31546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 energy consumption happens in buildings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2104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321040" y="31546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ventilation usually run on fixed schedules, not on demand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project: a reading zone that controls light, air quality and break timing automatically, with transparent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Sensors, actuators and functionality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 ·  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Actuators  ·  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039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84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/ occupancy · 2 Hz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95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Illuminance · 2 Hz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083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959352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0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concentration proxy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216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672584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23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weather (REST API)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5385816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37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Focus-session FSM (4 states)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148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53288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984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lamp · ZigBee relay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2295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24612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0083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959352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410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buzzer · PWM, quiet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37216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4672584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123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LCD · CO₂ traffic light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4434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5385816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837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ventilation · 2 levels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0" y="5148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609904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5550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break banner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58613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03920" y="262432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 seat when occupied and dark; off when empty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503920" y="344728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the room by pulse or full opening, picked by cost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03920" y="427024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breaks via LED + buzzer after 2 min of focus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503920" y="509320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4434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state + current plan on dashboard and LCD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503920" y="5916168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on every state change; recover in &lt; 1 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physical sensors + 4 physical actuators on the desk · simulated parts are always labelled as such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modules, communicating only via MQTT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· light · weather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06624" y="208483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06324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state · CO₂ · FSM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38344" y="208483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0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Gen.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9496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PDDL + costs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70064" y="208483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35240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BEFD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2668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Downward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01784" y="208483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66960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1874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05840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actions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337560"/>
            <a:ext cx="1092708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56432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bus (Eclipse Mosquitto) · retained topics: sensors → state → problem → plan → actions → actuator feedback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machines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709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runs broker, context, planner, dashboard (7 services). Pi 3 B+ runs sensors, actuators, LCD (3 services).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8056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loop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4709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effects are sensed again and trigger re-planning. No module calls another directly.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2104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Self-contained demo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21040" y="47091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Pi spans its own WiFi access point; edge Pi and dashboard laptop join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PLANNING ·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classical PDDL with action costs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669280" cy="3977640"/>
          </a:xfrm>
          <a:prstGeom prst="roundRect">
            <a:avLst>
              <a:gd name="adj" fmla="val 1839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(:action pulse_ventilate_step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:parameters (?z - zone)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:precondition (and (occupied ?z)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(co2_high ?z))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:effect (and (not (co2_high ?z))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(co2_elevated ?z)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(increase (total-cost)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(pulse-vent-cost))))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(:goal (and (not (dark r1))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(not (co2_high r1))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(not (co2_elevated r1))))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(:metric minimize (total-cost))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5486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excerpt from librisense.pddl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type · 8 predicates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75120" y="18928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zone; occupied, dark, lamp_on, co2_elevated, co2_high, ventilating, break_due, break_suggested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actions, all cost-annotated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29443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on/off · suggest_break · pulse / pulse-step / full ventilation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Discretisation thresholds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75120" y="39959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below 40 % light · CO₂ bands at 800 and 1100 ppm · FSM sets break_due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are per-instance fluents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75120" y="50474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= 3 fixed · full = 4 + ΔT/2 with ΔT = max(0, 22 °C − T_outdoor), from the heat-loss relation Q ∝ Q_v · ΔT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5715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values are discretised before planning, so the domain stays classical and plans remain provably optimal.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PLANNING ·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Solving: A* + LM-Cut, optimal in ~130 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5179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library/state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97480" y="153619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146304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6664" y="15179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discretise + goals + costs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153619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146304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8384" y="15179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PDDL instance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60920" y="153619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0104" y="15179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Downward astar(lmcut())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92640" y="153619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966960" y="146304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21824" y="151790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library/plan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2240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whenever the discretised state or the costs change, plus a 30 s heartbeat. Only achievable goals are emitted, so every instance is solvable; an empty goal set skips the planner entirely.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state (occupied, CO₂ high), different weather: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°C outside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0050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 3 · full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3708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[pulse_ventilate_step, pulse_ventilate]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4800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6, beats 12 · winter airing: two short pulses, heat stays inside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°C outside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40050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 3 · full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43708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[full_ventilate]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63640" y="4800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4, beats 6 · summer airing: one long opening clears the air fastest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LM-Cut is admissible, so A* returns minimal-cost plans. The winter strategy is not hard-coded; it results from the weather-dependent action costs.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procedure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1645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 down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detected, focus session starts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234440" y="2724912"/>
            <a:ext cx="457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645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the light sensor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20482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turns dark, the real lamp switches 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2724912"/>
            <a:ext cx="457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the lamp off manually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4655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disturbance is detected and corrected in under 1 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234440" y="4142232"/>
            <a:ext cx="457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063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focusing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34655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min: LED and gentle buzzer suggest a break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4142232"/>
            <a:ext cx="457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 rises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8828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opens the windows on the floor plan, CO₂ falls again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234440" y="5559552"/>
            <a:ext cx="457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58000" y="44805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away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8828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empties, lamp switches off to save energy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0" y="5559552"/>
            <a:ext cx="457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on the simulated 6-seat floor plan for context, then hide it and focus on the one real seat.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six requirements are met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distribution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0" y="16367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Raspberry Pis, own WiFi in demo mode, 10 systemd services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communication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publish/subscribe only, retained latest-value topics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planning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PDDL domain, auto-generated instances, Fast Downward, cost-optimal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758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0" y="3776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sensors (2 physical) · 6 actuators (4 physical)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42816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471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0" y="44897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decoupled modules, each independently restartable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95604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184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0" y="52029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+ latest plan on dashboard and on-site LCD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66928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 in ~130 ms · closed-loop correction &lt; 1 s · state at 2 Hz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sensor removed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8368" y="147218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not measure loudness over the slow GrovePi bus, so we removed it instead of publishing noise as data.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81928" y="1051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Unsolvable goals prevented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81928" y="147218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bug asked the planner to brighten a zone whose lamp was already on. The generator now emits only achievable goals.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606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 and windows are simulated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302666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modelled, clearly labelled, and react realistically to planner actions.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81928" y="2606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WiFi reliability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81928" y="302666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isolation, band steering and power-save caused repeated dropouts, so the demo runs on its own access point.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10881360" cy="0"/>
          </a:xfrm>
          <a:prstGeom prst="line">
            <a:avLst/>
          </a:prstGeom>
          <a:noFill/>
          <a:ln w="9525">
            <a:solidFill>
              <a:srgbClr val="2A3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920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PDDL domain, docs and this deck: github.com/Dennis1911/librisense-smart-library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2026-07-13T15:27:13Z</dcterms:created>
  <dcterms:modified xsi:type="dcterms:W3CDTF">2026-07-13T15:27:13Z</dcterms:modified>
</cp:coreProperties>
</file>